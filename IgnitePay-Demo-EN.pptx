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9945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14F19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DECENTRALIZED PAYMENT INFRASTRUCTURE FOR THE AGENT ECONOMY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Ignite Pay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paywalls and trigger payments automatically
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with a single swipe on their phone, 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settles on-chain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Protocol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6888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624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Agents need to pay, but who authorizes?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Autonomy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need paid APIs, data feeds, and compute resources but cannot judge whether a payment is safe to make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889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0574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718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Risk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9718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payments means exposing private keys to Agents. A compromised Agent drains funds with no recourse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8463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574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0292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Gap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0292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Agent-to-user communication must be end-to-end encrypted. Relay servers should never read payment instructions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9037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0574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0866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70866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 micro-payments (API calls, content access) require sub-second latency and zero gas cost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hits paywall -&gt; MCP orchestrates -&gt; Phone authorizes -&gt; On-chain payment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60120" y="1737360"/>
            <a:ext cx="640080" cy="6400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Request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service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HTTP 402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1737360"/>
            <a:ext cx="640080" cy="640080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38328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24028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Processing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4028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x402 challenge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decision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434840" y="1737360"/>
            <a:ext cx="640080" cy="64008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12064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97764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Auth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7764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encrypted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to confirm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72200" y="173736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5800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71500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Pay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1500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Key /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Relayer sponsored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09560" y="1737360"/>
            <a:ext cx="640080" cy="640080"/>
          </a:xfrm>
          <a:prstGeom prst="ellipse">
            <a:avLst/>
          </a:prstGeom>
          <a:solidFill>
            <a:srgbClr val="0D9B6A"/>
          </a:solidFill>
          <a:ln/>
        </p:spPr>
      </p:sp>
      <p:sp>
        <p:nvSpPr>
          <p:cNvPr id="25" name="Text 23"/>
          <p:cNvSpPr/>
          <p:nvPr/>
        </p:nvSpPr>
        <p:spPr>
          <a:xfrm>
            <a:off x="79095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5236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Resource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5236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 proof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200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 Encryption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JWE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65176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Multi-Path Engine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65176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payment paths auto-selected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Risk Control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634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 to whitelist coverage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7512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Rust Backend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6751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17+ crates high-performance stack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Four-Layer Design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5943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Layer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3716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 |  Buyer App  |  Merchant App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03120"/>
            <a:ext cx="73152" cy="59436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21031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MCP (23 Tools)  |  Merchant MCP (16 Tools)  | 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83464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346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Layer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28346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Mediator  |  JWE Authcrypt  |  Ed25519 + X25519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566160"/>
            <a:ext cx="73152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66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Layer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35661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Settlement  |  DID Registry  |  Session Key Program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89120"/>
            <a:ext cx="3840480" cy="45720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389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MCP-First: JSON-RPC 2.0 protocol, compatible with Claude / Cursor clients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4389120"/>
            <a:ext cx="3840480" cy="45720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4389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Rust Bridge mobile apps with shared crypto logic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Autonomous Payments + Human Authorization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57200" y="1097280"/>
            <a:ext cx="3931920" cy="54864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Auto-Approve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Whitelisted merchants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below global threshold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notification needed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executes on-chain payment directly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 latency | Zero user interaction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931920" cy="54864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Authorization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merchant / over-limit payment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encrypted push to phone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swipe to approve or decline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Session Key for payment execution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E2E encrypted | Ephemeral key isolation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Multi-Path Payment Engine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20040" y="1097280"/>
            <a:ext cx="192024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320040" y="1097280"/>
            <a:ext cx="1920240" cy="457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1280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7200" y="21031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2514600"/>
            <a:ext cx="1645920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Normal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30175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SOL/SPL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key auth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23160" y="1097280"/>
            <a:ext cx="192024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423160" y="1097280"/>
            <a:ext cx="192024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2560320" y="1280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Wallet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56032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2560320" y="21031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560320" y="2514600"/>
            <a:ext cx="1645920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8" name="Text 15"/>
          <p:cNvSpPr/>
          <p:nvPr/>
        </p:nvSpPr>
        <p:spPr>
          <a:xfrm>
            <a:off x="256032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Normal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560320" y="30175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/ Solflare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 signing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26280" y="1097280"/>
            <a:ext cx="192024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26280" y="1097280"/>
            <a:ext cx="19202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4663440" y="1280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Relayer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66344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663440" y="21031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663440" y="2514600"/>
            <a:ext cx="1645920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6" name="Text 23"/>
          <p:cNvSpPr/>
          <p:nvPr/>
        </p:nvSpPr>
        <p:spPr>
          <a:xfrm>
            <a:off x="466344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Sponsored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663440" y="30175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gas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Zero-barrier onboarding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629400" y="1097280"/>
            <a:ext cx="192024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629400" y="1097280"/>
            <a:ext cx="192024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0" name="Text 27"/>
          <p:cNvSpPr/>
          <p:nvPr/>
        </p:nvSpPr>
        <p:spPr>
          <a:xfrm>
            <a:off x="6766560" y="1280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CCTP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76656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10-30min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6766560" y="21031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766560" y="2514600"/>
            <a:ext cx="1645920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34" name="Text 31"/>
          <p:cNvSpPr/>
          <p:nvPr/>
        </p:nvSpPr>
        <p:spPr>
          <a:xfrm>
            <a:off x="676656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Source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766560" y="30175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USDC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to Solana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DIDComm v2 End-to-End Encryption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68580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8580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auth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606040" y="1280160"/>
            <a:ext cx="731520" cy="731520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60604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774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Authcrypt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2628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262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Mediator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29768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forwarding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(cannot decrypt)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1280160"/>
            <a:ext cx="731520" cy="731520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978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54380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54380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Decrypt and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5087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34290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3492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720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57200" y="3017520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4" name="Text 21"/>
          <p:cNvSpPr/>
          <p:nvPr/>
        </p:nvSpPr>
        <p:spPr>
          <a:xfrm>
            <a:off x="731520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560320" y="3017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JWE Authcrypt (X25519 key agreement)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3493008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34930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560320" y="349300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signatures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968496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0" name="Text 27"/>
          <p:cNvSpPr/>
          <p:nvPr/>
        </p:nvSpPr>
        <p:spPr>
          <a:xfrm>
            <a:off x="731520" y="396849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560320" y="3968496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did:ignite:z6Mk... (Ed25519 multibase encoding)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443984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44439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Security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560320" y="4443984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Zero-knowledge relay — only ciphertext visible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Six-Level Risk Control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1161288"/>
            <a:ext cx="50292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612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280160" y="10515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Blacklist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91840" y="1051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blacklisted → instant reject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675120" y="1179576"/>
            <a:ext cx="1371600" cy="329184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1179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" y="1709928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1819656"/>
            <a:ext cx="50292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18196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280160" y="170992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IPFS CID Blacklist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291840" y="170992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hash blacklisted → reject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675120" y="1837944"/>
            <a:ext cx="1371600" cy="329184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0" y="183794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57200" y="2368296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9" name="Shape 16"/>
          <p:cNvSpPr/>
          <p:nvPr/>
        </p:nvSpPr>
        <p:spPr>
          <a:xfrm>
            <a:off x="594360" y="2478024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24780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280160" y="2368296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Per-Tx Limit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291840" y="236829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exceeds threshold → need authorization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675120" y="2496312"/>
            <a:ext cx="1371600" cy="329184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2496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026664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6" name="Shape 23"/>
          <p:cNvSpPr/>
          <p:nvPr/>
        </p:nvSpPr>
        <p:spPr>
          <a:xfrm>
            <a:off x="594360" y="3136392"/>
            <a:ext cx="502920" cy="3657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313639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280160" y="302666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Whitelist Auto-Approve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291840" y="30266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merchant + within limit → auto-approve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675120" y="3154680"/>
            <a:ext cx="1371600" cy="329184"/>
          </a:xfrm>
          <a:prstGeom prst="rect">
            <a:avLst/>
          </a:prstGeom>
          <a:solidFill>
            <a:srgbClr val="14F195">
              <a:alpha val="20000"/>
            </a:srgbClr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0" y="31546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APPROVE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457200" y="3685032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3" name="Shape 30"/>
          <p:cNvSpPr/>
          <p:nvPr/>
        </p:nvSpPr>
        <p:spPr>
          <a:xfrm>
            <a:off x="594360" y="3794760"/>
            <a:ext cx="502920" cy="3657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34" name="Text 31"/>
          <p:cNvSpPr/>
          <p:nvPr/>
        </p:nvSpPr>
        <p:spPr>
          <a:xfrm>
            <a:off x="59436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L5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1280160" y="36850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IPFS CID Whitelist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3291840" y="36850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content source → auto-approve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675120" y="3813048"/>
            <a:ext cx="1371600" cy="329184"/>
          </a:xfrm>
          <a:prstGeom prst="rect">
            <a:avLst/>
          </a:prstGeom>
          <a:solidFill>
            <a:srgbClr val="14F195">
              <a:alpha val="20000"/>
            </a:srgbClr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675120" y="381304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APPROVE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457200" y="434340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40" name="Shape 37"/>
          <p:cNvSpPr/>
          <p:nvPr/>
        </p:nvSpPr>
        <p:spPr>
          <a:xfrm>
            <a:off x="594360" y="4453128"/>
            <a:ext cx="502920" cy="3657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1" name="Text 38"/>
          <p:cNvSpPr/>
          <p:nvPr/>
        </p:nvSpPr>
        <p:spPr>
          <a:xfrm>
            <a:off x="594360" y="445312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L6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280160" y="43434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Push to Phone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329184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any list → push to phone for authorization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675120" y="4471416"/>
            <a:ext cx="1371600" cy="329184"/>
          </a:xfrm>
          <a:prstGeom prst="rect">
            <a:avLst/>
          </a:prstGeom>
          <a:solidFill>
            <a:srgbClr val="6366F1">
              <a:alpha val="2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75120" y="44714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Roadmap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0" y="365760"/>
            <a:ext cx="2286000" cy="320040"/>
          </a:xfrm>
          <a:prstGeom prst="rect">
            <a:avLst>
              <a:gd name="adj" fmla="val 14286"/>
            </a:avLst>
          </a:prstGeom>
          <a:solidFill>
            <a:srgbClr val="9945FF">
              <a:alpha val="30000"/>
            </a:srgbClr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0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097280"/>
            <a:ext cx="3931920" cy="54864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MagicBlock High-Freq Channels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Off-chain Voucher signing, sub-second payments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3-tier: L1 Solana + MagicBlock ER + Off-chain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Sum-Merkle Tree batch settlement in one tx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Gas-free, &lt;50ms latency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high-freq micro-payments, API billing, vending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97280"/>
            <a:ext cx="3931920" cy="54864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Compression DID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 Compression-based on-chain DID storage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reduces on-chain storage costs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massive-scale DID identity registration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Solana on-chain verification security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large-scale identity, low-cost DID management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4709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currently in use. Planned for future integration. Architecture has reserved interfaces.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CCTP Cross-Chain USDC Deposit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8580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8580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ETH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42316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2316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16052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6052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ARB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93192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Arbitrum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9788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4320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Circle CCTP V2  →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749040" y="3017520"/>
            <a:ext cx="1645920" cy="914400"/>
          </a:xfrm>
          <a:prstGeom prst="ellipse">
            <a:avLst/>
          </a:prstGeom>
          <a:solidFill>
            <a:srgbClr val="151829"/>
          </a:solidFill>
          <a:ln w="25400">
            <a:solidFill>
              <a:srgbClr val="14F19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49040" y="30175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Solana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USDC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37160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One-tap Deposit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01752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with MetaMask on source chain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371600" y="44074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Mint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01752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mints equivalent USDC on Solana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371600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10-30 minutes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017520" y="47000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confirmation time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Technical Highlights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17+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Crates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libs / on-chain programs / SDKs / MCP / mobile bridges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65176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buyer tools + 16 merchant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Solana Programs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(6 instr.) / Session Key (4) / Merchant (3)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4088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04088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4088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Rust Bridge shared crypto logic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Axum 0.8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2024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tokio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48056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Anchor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76072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4088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 Bridge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008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PyO3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92024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024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20040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 Flow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8229600" cy="1051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57200" y="1188720"/>
            <a:ext cx="73152" cy="10515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8016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5544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Auto-Payment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5448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below threshold → MCP auto-approves → on-chain payment → resource delivered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x402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667512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Auto-Approve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768096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Solana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423160"/>
            <a:ext cx="73152" cy="105156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251460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4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554480" y="2514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Authorization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55448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threshold → DIDComm push → swipe to confirm → Session Key on-chain transfer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DIDComm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667512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Key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768096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 Auth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USERS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 Cases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280160"/>
            <a:ext cx="2057400" cy="45720"/>
          </a:xfrm>
          <a:prstGeom prst="rect">
            <a:avLst/>
          </a:prstGeom>
          <a:solidFill>
            <a:srgbClr val="14F19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554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Developers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autonomous payment agents for paid APIs, data feeds, and compute with human oversight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468880" y="1280160"/>
            <a:ext cx="2057400" cy="45720"/>
          </a:xfrm>
          <a:prstGeom prst="rect">
            <a:avLst/>
          </a:prstGeom>
          <a:solidFill>
            <a:srgbClr val="9945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54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5176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Merchants / Providers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65176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x402 Agent payments and consumer QR scan payments with on-chain identity verification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6344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63440" y="1280160"/>
            <a:ext cx="205740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5544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4632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84632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micro-payments at coffee shops, authorize Agent spending, cross-chain USDC deposits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0" y="1280160"/>
            <a:ext cx="2057400" cy="457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155448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4088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04088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Relayer sponsored mode for gasless onboarding, batch micro-payment settlement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9945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4F19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Ignite Pay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73152" cy="2743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737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autonomous payments with real-time human authorization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73152" cy="2743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148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end-to-end encryption — zero-knowledge relay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73152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payment paths — auto-selected for optimal routing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971800"/>
            <a:ext cx="73152" cy="2743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971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6-layer risk control — blacklist to whitelist coverage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73152" cy="2743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3832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CCTP cross-chain USDC — one-tap EVM to Solana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645920" y="3931920"/>
            <a:ext cx="5852160" cy="640080"/>
          </a:xfrm>
          <a:prstGeom prst="rect">
            <a:avLst/>
          </a:prstGeom>
          <a:solidFill>
            <a:srgbClr val="14F19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645920" y="3931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D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Decentralized Payment Infrastructure for the Agent Economy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Pay — Decentralized Payment Infrastructure for the Agent Economy</dc:title>
  <dc:subject>PptxGenJS Presentation</dc:subject>
  <dc:creator>Ignite Pay</dc:creator>
  <cp:lastModifiedBy>Ignite Pay</cp:lastModifiedBy>
  <cp:revision>1</cp:revision>
  <dcterms:created xsi:type="dcterms:W3CDTF">2026-05-08T04:49:56Z</dcterms:created>
  <dcterms:modified xsi:type="dcterms:W3CDTF">2026-05-08T04:49:56Z</dcterms:modified>
</cp:coreProperties>
</file>